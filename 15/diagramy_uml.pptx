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xZzjwkc+YRsxJL6eLI3u1m6y6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341722c9d_0_99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d341722c9d_0_99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2" name="Google Shape;12;g3d341722c9d_0_99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d341722c9d_0_99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d341722c9d_0_995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g3d341722c9d_0_995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g3d341722c9d_0_99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d341722c9d_0_100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g3d341722c9d_0_100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d341722c9d_0_100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d341722c9d_0_1003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d341722c9d_0_100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d341722c9d_0_1009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d341722c9d_0_100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6" name="Google Shape;26;g3d341722c9d_0_100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d341722c9d_0_100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d341722c9d_0_1009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g3d341722c9d_0_1009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d341722c9d_0_100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d341722c9d_0_101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d341722c9d_0_101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4" name="Google Shape;34;g3d341722c9d_0_10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d341722c9d_0_10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d341722c9d_0_1017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g3d341722c9d_0_1017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g3d341722c9d_0_1017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g3d341722c9d_0_101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d341722c9d_0_102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d341722c9d_0_102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3" name="Google Shape;43;g3d341722c9d_0_10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d341722c9d_0_10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d341722c9d_0_1026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g3d341722c9d_0_102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d341722c9d_0_1033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d341722c9d_0_103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g3d341722c9d_0_10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d341722c9d_0_10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d341722c9d_0_1033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g3d341722c9d_0_1033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g3d341722c9d_0_103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d341722c9d_0_1041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g3d341722c9d_0_104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d341722c9d_0_104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d341722c9d_0_1041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d341722c9d_0_104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341722c9d_0_1047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d341722c9d_0_104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g3d341722c9d_0_104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d341722c9d_0_104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d341722c9d_0_1047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g3d341722c9d_0_1047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g3d341722c9d_0_1047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g3d341722c9d_0_104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341722c9d_0_1056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g3d341722c9d_0_105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d341722c9d_0_1059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g3d341722c9d_0_10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d341722c9d_0_10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d341722c9d_0_1059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d341722c9d_0_1059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d341722c9d_0_105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341722c9d_0_106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341722c9d_0_10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g3d341722c9d_0_106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g3d341722c9d_0_106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d341722c9d_0_106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d341722c9d_0_106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d341722c9d_0_99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d341722c9d_0_99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d341722c9d_0_99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Rodzaje diagramów UML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Najważniejsze diagramy używane w UML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 przypadków użycia (Use Case)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Pokazuje funkcje systemu z perspektywy użytkownika.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Przedstawia aktorów i ich interakcje z systemem.</a:t>
            </a:r>
            <a:endParaRPr/>
          </a:p>
        </p:txBody>
      </p:sp>
      <p:pic>
        <p:nvPicPr>
          <p:cNvPr id="100" name="Google Shape;10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136" y="3429000"/>
            <a:ext cx="456766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 klas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Przedstawia strukturę systemu.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Pokazuje klasy, ich atrybuty, metody oraz relacje między klasami.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900" y="3313500"/>
            <a:ext cx="6243900" cy="3487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 sekwencji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Pokazuje kolejność komunikacji między obiektami.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Używany do przedstawienia przebiegu procesu w czasie.</a:t>
            </a:r>
            <a:endParaRPr/>
          </a:p>
        </p:txBody>
      </p:sp>
      <p:pic>
        <p:nvPicPr>
          <p:cNvPr id="114" name="Google Shape;11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150" y="3571801"/>
            <a:ext cx="6527850" cy="32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 aktywności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Przedstawia przepływ działań w systemie.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Podobny do schematu blokowego (flowchart).</a:t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725" y="2783054"/>
            <a:ext cx="3689025" cy="40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 stanów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Pokazuje możliwe stany obiektu oraz przejścia między nimi.</a:t>
            </a:r>
            <a:endParaRPr/>
          </a:p>
        </p:txBody>
      </p:sp>
      <p:pic>
        <p:nvPicPr>
          <p:cNvPr id="128" name="Google Shape;12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0" y="2676513"/>
            <a:ext cx="6667500" cy="4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 komponentów</a:t>
            </a:r>
            <a:endParaRPr/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Przedstawia fizyczną strukturę systemu.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Pokazuje komponenty i zależności między nimi.</a:t>
            </a:r>
            <a:endParaRPr/>
          </a:p>
        </p:txBody>
      </p:sp>
      <p:pic>
        <p:nvPicPr>
          <p:cNvPr id="135" name="Google Shape;13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325" y="2886525"/>
            <a:ext cx="7148675" cy="39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