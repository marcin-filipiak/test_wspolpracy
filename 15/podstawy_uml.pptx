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9144000"/>
  <p:notesSz cx="6858000" cy="9144000"/>
  <p:embeddedFontLst>
    <p:embeddedFont>
      <p:font typeface="Average"/>
      <p:regular r:id="rId11"/>
    </p:embeddedFont>
    <p:embeddedFont>
      <p:font typeface="Oswald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4" roundtripDataSignature="AMtx7mgytCS/pArh/czYmbLRp0aS6gvj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Average-regular.fntdata"/><Relationship Id="rId10" Type="http://schemas.openxmlformats.org/officeDocument/2006/relationships/slide" Target="slides/slide5.xml"/><Relationship Id="rId13" Type="http://schemas.openxmlformats.org/officeDocument/2006/relationships/font" Target="fonts/Oswald-bold.fntdata"/><Relationship Id="rId12" Type="http://schemas.openxmlformats.org/officeDocument/2006/relationships/font" Target="fonts/Oswa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g3d3422a1f15_0_201"/>
          <p:cNvGrpSpPr/>
          <p:nvPr/>
        </p:nvGrpSpPr>
        <p:grpSpPr>
          <a:xfrm>
            <a:off x="4350279" y="3807170"/>
            <a:ext cx="443589" cy="140843"/>
            <a:chOff x="4137525" y="2915950"/>
            <a:chExt cx="869100" cy="207000"/>
          </a:xfrm>
        </p:grpSpPr>
        <p:sp>
          <p:nvSpPr>
            <p:cNvPr id="11" name="Google Shape;11;g3d3422a1f15_0_201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g3d3422a1f15_0_201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g3d3422a1f15_0_201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g3d3422a1f15_0_201"/>
          <p:cNvSpPr txBox="1"/>
          <p:nvPr>
            <p:ph type="ctrTitle"/>
          </p:nvPr>
        </p:nvSpPr>
        <p:spPr>
          <a:xfrm>
            <a:off x="671258" y="1321067"/>
            <a:ext cx="7801500" cy="230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g3d3422a1f15_0_201"/>
          <p:cNvSpPr txBox="1"/>
          <p:nvPr>
            <p:ph idx="1" type="subTitle"/>
          </p:nvPr>
        </p:nvSpPr>
        <p:spPr>
          <a:xfrm>
            <a:off x="671250" y="4233168"/>
            <a:ext cx="78015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g3d3422a1f15_0_201"/>
          <p:cNvSpPr txBox="1"/>
          <p:nvPr>
            <p:ph idx="12" type="sldNum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d3422a1f15_0_209"/>
          <p:cNvSpPr txBox="1"/>
          <p:nvPr>
            <p:ph type="title"/>
          </p:nvPr>
        </p:nvSpPr>
        <p:spPr>
          <a:xfrm>
            <a:off x="671250" y="2855000"/>
            <a:ext cx="7852200" cy="11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g3d3422a1f15_0_209"/>
          <p:cNvSpPr txBox="1"/>
          <p:nvPr>
            <p:ph idx="12" type="sldNum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d3422a1f15_0_21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g3d3422a1f15_0_21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g3d3422a1f15_0_212"/>
          <p:cNvSpPr txBox="1"/>
          <p:nvPr>
            <p:ph idx="12" type="sldNum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d3422a1f15_0_21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g3d3422a1f15_0_216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g3d3422a1f15_0_216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g3d3422a1f15_0_216"/>
          <p:cNvSpPr txBox="1"/>
          <p:nvPr>
            <p:ph idx="12" type="sldNum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d3422a1f15_0_22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g3d3422a1f15_0_221"/>
          <p:cNvSpPr txBox="1"/>
          <p:nvPr>
            <p:ph idx="12" type="sldNum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d3422a1f15_0_224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g3d3422a1f15_0_224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g3d3422a1f15_0_224"/>
          <p:cNvSpPr txBox="1"/>
          <p:nvPr>
            <p:ph idx="12" type="sldNum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d3422a1f15_0_228"/>
          <p:cNvSpPr txBox="1"/>
          <p:nvPr>
            <p:ph type="title"/>
          </p:nvPr>
        </p:nvSpPr>
        <p:spPr>
          <a:xfrm>
            <a:off x="490250" y="701800"/>
            <a:ext cx="62271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g3d3422a1f15_0_228"/>
          <p:cNvSpPr txBox="1"/>
          <p:nvPr>
            <p:ph idx="12" type="sldNum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d3422a1f15_0_231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g3d3422a1f15_0_231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g3d3422a1f15_0_231"/>
          <p:cNvSpPr txBox="1"/>
          <p:nvPr>
            <p:ph type="title"/>
          </p:nvPr>
        </p:nvSpPr>
        <p:spPr>
          <a:xfrm>
            <a:off x="265500" y="1441867"/>
            <a:ext cx="4045200" cy="228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g3d3422a1f15_0_231"/>
          <p:cNvSpPr txBox="1"/>
          <p:nvPr>
            <p:ph idx="1" type="subTitle"/>
          </p:nvPr>
        </p:nvSpPr>
        <p:spPr>
          <a:xfrm>
            <a:off x="265500" y="3793601"/>
            <a:ext cx="4045200" cy="17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g3d3422a1f15_0_231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g3d3422a1f15_0_231"/>
          <p:cNvSpPr txBox="1"/>
          <p:nvPr>
            <p:ph idx="12" type="sldNum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d3422a1f15_0_238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g3d3422a1f15_0_238"/>
          <p:cNvSpPr txBox="1"/>
          <p:nvPr>
            <p:ph idx="12" type="sldNum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d3422a1f15_0_241"/>
          <p:cNvSpPr txBox="1"/>
          <p:nvPr>
            <p:ph hasCustomPrompt="1" type="title"/>
          </p:nvPr>
        </p:nvSpPr>
        <p:spPr>
          <a:xfrm>
            <a:off x="311700" y="1673700"/>
            <a:ext cx="8520600" cy="252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g3d3422a1f15_0_241"/>
          <p:cNvSpPr txBox="1"/>
          <p:nvPr>
            <p:ph idx="1" type="body"/>
          </p:nvPr>
        </p:nvSpPr>
        <p:spPr>
          <a:xfrm>
            <a:off x="311700" y="43045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g3d3422a1f15_0_241"/>
          <p:cNvSpPr txBox="1"/>
          <p:nvPr>
            <p:ph idx="12" type="sldNum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d3422a1f15_0_245"/>
          <p:cNvSpPr txBox="1"/>
          <p:nvPr>
            <p:ph idx="12" type="sldNum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3422a1f15_0_2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7" name="Google Shape;57;g3d3422a1f15_0_24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8" name="Google Shape;58;g3d3422a1f15_0_24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g3d3422a1f15_0_24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g3d3422a1f15_0_24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d3422a1f15_0_19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g3d3422a1f15_0_19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g3d3422a1f15_0_197"/>
          <p:cNvSpPr txBox="1"/>
          <p:nvPr>
            <p:ph idx="12" type="sldNum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"/>
          <p:cNvSpPr txBox="1"/>
          <p:nvPr>
            <p:ph type="ctrTitle"/>
          </p:nvPr>
        </p:nvSpPr>
        <p:spPr>
          <a:xfrm>
            <a:off x="671258" y="1321067"/>
            <a:ext cx="7801500" cy="23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Podstawy UML</a:t>
            </a:r>
            <a:endParaRPr/>
          </a:p>
        </p:txBody>
      </p:sp>
      <p:sp>
        <p:nvSpPr>
          <p:cNvPr id="66" name="Google Shape;66;p1"/>
          <p:cNvSpPr txBox="1"/>
          <p:nvPr>
            <p:ph idx="1" type="subTitle"/>
          </p:nvPr>
        </p:nvSpPr>
        <p:spPr>
          <a:xfrm>
            <a:off x="671250" y="4233168"/>
            <a:ext cx="78015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chemeClr val="dk1"/>
                </a:solidFill>
              </a:rPr>
              <a:t>Czym jest UML, krótka historia i do czego służy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"/>
          <p:cNvSpPr txBox="1"/>
          <p:nvPr>
            <p:ph type="title"/>
          </p:nvPr>
        </p:nvSpPr>
        <p:spPr>
          <a:xfrm>
            <a:off x="457200" y="-14406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Czym jest UML?</a:t>
            </a:r>
            <a:endParaRPr/>
          </a:p>
        </p:txBody>
      </p:sp>
      <p:sp>
        <p:nvSpPr>
          <p:cNvPr id="72" name="Google Shape;72;p2"/>
          <p:cNvSpPr txBox="1"/>
          <p:nvPr>
            <p:ph idx="1" type="body"/>
          </p:nvPr>
        </p:nvSpPr>
        <p:spPr>
          <a:xfrm>
            <a:off x="457200" y="906138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UML (Unified Modeling Language) to standardowy język do wizualnego modelowania systemów informatycznych.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Używa diagramów do przedstawiania struktury i działania systemu.</a:t>
            </a:r>
            <a:endParaRPr/>
          </a:p>
        </p:txBody>
      </p:sp>
      <p:pic>
        <p:nvPicPr>
          <p:cNvPr id="73" name="Google Shape;7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9850" y="3784225"/>
            <a:ext cx="5488323" cy="3073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 czego służy UML?</a:t>
            </a:r>
            <a:endParaRPr/>
          </a:p>
        </p:txBody>
      </p:sp>
      <p:sp>
        <p:nvSpPr>
          <p:cNvPr id="79" name="Google Shape;7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Projektowanie systemów informatycznych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Dokumentowanie architektury oprogramowania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Komunikacja między programistami i analitykami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Planowanie rozwoju systemu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Krótka historia UML</a:t>
            </a:r>
            <a:endParaRPr/>
          </a:p>
        </p:txBody>
      </p:sp>
      <p:sp>
        <p:nvSpPr>
          <p:cNvPr id="85" name="Google Shape;85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UML powstał w połowie lat 90.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Twórcy: Grady Booch, James Rumbaugh i Ivar Jacobson.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 1997 został przyjęty jako standard przez OMG (Object Management Group).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Podsumowanie</a:t>
            </a:r>
            <a:endParaRPr/>
          </a:p>
        </p:txBody>
      </p:sp>
      <p:sp>
        <p:nvSpPr>
          <p:cNvPr id="91" name="Google Shape;91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UML pomaga zrozumieć i projektować złożone systemy.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Dzięki diagramom łatwiej komunikować strukturę i działanie programu.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